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201 - Causes of World War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Alliance system</a:t>
            </a:r>
          </a:p>
          <a:p>
            <a:r>
              <a:t>Militarism</a:t>
            </a:r>
          </a:p>
          <a:p>
            <a:r>
              <a:t>Imperial competition</a:t>
            </a:r>
          </a:p>
          <a:p>
            <a:r>
              <a:t>Nationalism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201 - Immediate Trigger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Assassination of Archduke Franz Ferdinand</a:t>
            </a:r>
          </a:p>
          <a:p>
            <a:r>
              <a:t>July Crisis escalated quickly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